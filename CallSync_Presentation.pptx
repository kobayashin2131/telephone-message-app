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📞 電話連絡DXツール「CallSync（コールシンク）」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「紙のメモ」から「デジタル」への完全移行。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伝言漏れをゼロにし、組織全体の顧客対応スピードを劇的に向上させます。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🎯 解決する課題と導入のメリット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【課題】 従来の電話メモ運用における問題点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・付箋の紛失や、口頭伝達による「言った・言わない」のトラブル。
・営業マンが外出先で「自分宛ての連絡」をリアルタイムに把握できない。
・誰が折り返し対応をしたのかわからず、二重対応や放置が発生する。
</a:t>
            </a:r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【解決策】 CallSync導入による劇的変化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1. 全データクラウド保存: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すべての受電内容をデータベース化し、情報紛失を完全に防ぎます。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2. いつでもどこでも確認: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スマホからリアルタイム確認。事務所への確認電話が不要になります。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3. 対応状況の完全見える化: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「未対応」「対応済（誰が対応したか）」が一目でわかり、放置を防ぎます。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✨ 具体的な機能と今後の展望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■ 直感的な専用画面（PC / スマホ）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・事務員ビュー (PC): 受電しながらキーボードでサクサク入力できる無駄のないUI。
・現場ビュー (スマホ): 外出先で「自分宛ての未対応連絡」だけを絞り込み、ワンタップで対応完了。
</a:t>
            </a:r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■ 柔軟な宛先指定と絞り込み検索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・「田中さん個人」や「営業部全体」など、用件に合わせて柔軟に宛先を組み合わせて指定可能。
・過去のすべての履歴から「特定の部署」「特定の担当者」の対応状況を瞬時に検索。
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🚀 本格導入に向けた今後の拡張予定（Firebase / Google連携）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・スマホへの直接プッシュ通知機能（アプリ化により、LINEを使わずに即時通知を実現）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・Googleアカウント（SSO）連携（ログインするだけで自分の情報が自動表示され、セキュリティも向上）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2026-07-16T04:48:58Z</dcterms:created>
  <dcterms:modified xsi:type="dcterms:W3CDTF">2026-07-16T04:48:58Z</dcterms:modified>
</cp:coreProperties>
</file>